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4682"/>
                </a:solidFill>
              </a:defRPr>
            </a:pPr>
            <a:r>
              <a:t>Profiling-Guided Kernel Optimization</a:t>
            </a:r>
          </a:p>
          <a:p>
            <a:pPr algn="ctr">
              <a:defRPr sz="2000">
                <a:solidFill>
                  <a:srgbClr val="646464"/>
                </a:solidFill>
              </a:defRPr>
            </a:pPr>
            <a:r>
              <a:t>NCU Profiling Feedback for Iterative Triton Kernel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Xiao Qin  |  University of Leeds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Method: Profiling-Feedback Optimization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4682"/>
                </a:solidFill>
              </a:defRPr>
            </a:pPr>
            <a:r>
              <a:t>Two-phase pipeline: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</a:p>
          <a:p>
            <a:pPr>
              <a:defRPr sz="1400" b="1">
                <a:solidFill>
                  <a:srgbClr val="004682"/>
                </a:solidFill>
              </a:defRPr>
            </a:pPr>
            <a:r>
              <a:t>Phase 1 -- Correctness (existing, up to 10 attempts)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C code -&gt; compiler analysis -&gt; structured prompt -&gt; LLM -&gt; Triton kernel</a:t>
            </a:r>
          </a:p>
          <a:p>
            <a:pPr>
              <a:defRPr sz="1400" b="0">
                <a:solidFill>
                  <a:srgbClr val="646464"/>
                </a:solidFill>
              </a:defRPr>
            </a:pPr>
            <a:r>
              <a:t>  Retry with error feedback until correctness passes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</a:p>
          <a:p>
            <a:pPr>
              <a:defRPr sz="1400" b="1">
                <a:solidFill>
                  <a:srgbClr val="147814"/>
                </a:solidFill>
              </a:defRPr>
            </a:pPr>
            <a:r>
              <a:t>Phase 2 -- Profiling Optimization (NEW, up to 3 iterations)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After a correct kernel exists: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1. Profile with NVIDIA Nsight Compute (NCU)</a:t>
            </a:r>
          </a:p>
          <a:p>
            <a:pPr>
              <a:defRPr sz="1400" b="0">
                <a:solidFill>
                  <a:srgbClr val="646464"/>
                </a:solidFill>
              </a:defRPr>
            </a:pPr>
            <a:r>
              <a:t>     - SM throughput, memory throughput, occupancy, L1/L2 hit rates</a:t>
            </a:r>
          </a:p>
          <a:p>
            <a:pPr>
              <a:defRPr sz="1400" b="0">
                <a:solidFill>
                  <a:srgbClr val="646464"/>
                </a:solidFill>
              </a:defRPr>
            </a:pPr>
            <a:r>
              <a:t>     - Classify bottleneck: compute-bound / memory-bound / latency-bound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2. Feed NCU metrics + bottleneck diagnosis + current code to LLM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3. LLM generates optimized version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4. Re-verify correctness (reject if broken)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5. Re-benchmark, keep only if speedup improved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6. If improved, re-profile the new version for next iteration</a:t>
            </a:r>
          </a:p>
          <a:p>
            <a:pPr>
              <a:defRPr sz="1400" b="0">
                <a:solidFill>
                  <a:srgbClr val="646464"/>
                </a:solidFill>
              </a:defRPr>
            </a:pPr>
            <a:r>
              <a:t>     If not improved, reuse cached NCU profile (no redundant profiling)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Results: 1x Scale (Standard PolyBench Sizes)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 = 60-120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9052560" cy="5440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48640"/>
                <a:gridCol w="731520"/>
                <a:gridCol w="914400"/>
                <a:gridCol w="914400"/>
                <a:gridCol w="822960"/>
                <a:gridCol w="1280160"/>
                <a:gridCol w="731520"/>
                <a:gridCol w="731520"/>
                <a:gridCol w="73152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Pass?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Attempts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Initial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Bottleneck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SM%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Mem%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Occ%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2.95x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3.98x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8.26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3mm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0.18x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5.19x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+2783%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1.13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2.08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8.70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2.11x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3.35x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12.41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12.41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8.39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atax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1.55x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1.55x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bicg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1.23x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1.23x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8.33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cholesky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0.03x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0.03x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mem-bound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62.10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80.35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covariance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5.65x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5.65x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mem-bound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40.60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62.85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78.83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deriche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doitgen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4.54x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4.54x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17.78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17.78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50.33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durbin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0.21x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1.38x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+557%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8.34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fdtd_2d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0.34x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0.34x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0.67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3.08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8.04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floyd_warshall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0.81x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0.81x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gemm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1.28x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2.81x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+120%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8.38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gemver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1.66x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1.66x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12.32</a:t>
                      </a:r>
                    </a:p>
                  </a:txBody>
                  <a:tcPr/>
                </a:tc>
              </a:tr>
              <a:tr h="32005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gesummv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1.70x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2.10x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+24%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2.71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2.71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8.23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Results: 1x Scale (continued)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905256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48640"/>
                <a:gridCol w="731520"/>
                <a:gridCol w="914400"/>
                <a:gridCol w="914400"/>
                <a:gridCol w="822960"/>
                <a:gridCol w="1280160"/>
                <a:gridCol w="731520"/>
                <a:gridCol w="731520"/>
                <a:gridCol w="73152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Pass?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Attempts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Initial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Bottleneck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SM%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Mem%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Occ%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gramschmidt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0.32x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0.32x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heat_3d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7.82x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7.82x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8.62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18.19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35.13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jacobi_1d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1.71x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1.71x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jacobi_2d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0.62x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0.62x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1.10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3.20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0.36x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1.91x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+431%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ludcmp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0.07x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0.07x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mvt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1.49x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3.40x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+128%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nussinov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0.03x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0.03x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8.52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seidel_2d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symm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2.81x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2.81x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0.36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0.36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syr2k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4.00x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4.37x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syrk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3.03x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3.27x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+8%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2.00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1.11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8.43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trisolv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1.93x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1.99x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trmm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4.10x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4.10x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0.32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0.32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8.34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Results: 8x Scale (Larger Data Sizes)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 = 480-960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8961120" cy="5440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48640"/>
                <a:gridCol w="914400"/>
                <a:gridCol w="914400"/>
                <a:gridCol w="822960"/>
                <a:gridCol w="1188720"/>
                <a:gridCol w="731520"/>
                <a:gridCol w="731520"/>
                <a:gridCol w="731520"/>
                <a:gridCol w="73152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Pass?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Initial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Bottleneck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SM%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Mem%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Occ%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L1%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1508.9x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1991.0x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mem-bound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38.82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52.77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19.29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3mm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1969.4x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2490.2x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+26%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mem-bound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35.17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62.41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17.68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14.7x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24.1x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43.88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98.4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atax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6.7x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9.1x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+36%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bicg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6.3x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15.5x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+144%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54.34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54.34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64.72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74.1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cholesky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25.5x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25.5x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covariance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637.2x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1935.3x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+204%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87.24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87.24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79.21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76.2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deriche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21.0x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28.0x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92.44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86.1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doitgen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704.8x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704.8x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64.28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64.28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99.51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92.9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durbin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fdtd_2d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15.1x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15.1x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floyd_warshall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gemm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441.0x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441.0x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mem-bound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40.02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74.57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26.41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gemver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40.0x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41.7x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59.18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59.18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46.4</a:t>
                      </a:r>
                    </a:p>
                  </a:txBody>
                  <a:tcPr/>
                </a:tc>
              </a:tr>
              <a:tr h="32005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gesummv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34.1x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34.1x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67.25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67.25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61.60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67.2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Results: 8x Scale (continued)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9611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48640"/>
                <a:gridCol w="914400"/>
                <a:gridCol w="914400"/>
                <a:gridCol w="822960"/>
                <a:gridCol w="1188720"/>
                <a:gridCol w="731520"/>
                <a:gridCol w="731520"/>
                <a:gridCol w="731520"/>
                <a:gridCol w="73152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Pass?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Initial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Bottleneck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SM%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Mem%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Occ%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4682"/>
                          </a:solidFill>
                        </a:defRPr>
                      </a:pPr>
                      <a:r>
                        <a:t>L1%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gramschmidt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+139%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48.6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heat_3d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jacobi_1d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99.6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jacobi_2d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34.8x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34.8x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mem-bound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25.16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59.53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60.75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51.9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3.3x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+76%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57.9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ludcmp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mvt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83.0x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83.0x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mem-bound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52.98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65.28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85.42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71.8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nussinov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seidel_2d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symm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9.3x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9.3x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1.76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18.9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syr2k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250.4x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250.4x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mem-bound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35.06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94.88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35.59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92.3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syrk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22.7x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22.7x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56.34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56.34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38.12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77.0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trisolv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0.1x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trmm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18.9x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18.9x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1.27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1.93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8.34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29.2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Summary: Profiling-Feedback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2560320"/>
          </a:xfrm>
          <a:prstGeom prst="roundRect">
            <a:avLst/>
          </a:prstGeom>
          <a:solidFill>
            <a:srgbClr val="DCEBFA"/>
          </a:solidFill>
          <a:ln w="25400">
            <a:solidFill>
              <a:srgbClr val="00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004682"/>
                </a:solidFill>
              </a:defRPr>
            </a:pPr>
            <a:r>
              <a:t>1x Scale: 11 kernels improved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Out of 29 benchmarked kernels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2mm: 2.95x -&gt; 3.98x (+35%)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3mm: 0.18x -&gt; 5.19x (+2783%)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adi: 2.11x -&gt; 3.35x (+59%)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durbin: 0.21x -&gt; 1.38x (+557%)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gemm: 1.28x -&gt; 2.81x (+120%)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gesummv: 1.70x -&gt; 2.10x (+24%)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lu: 0.36x -&gt; 1.91x (+431%)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mvt: 1.49x -&gt; 3.40x (+128%)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syr2k: 4.00x -&gt; 4.37x (+9%)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syrk: 3.03x -&gt; 3.27x (+8%)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trisolv: 1.93x -&gt; 1.99x (+3%)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486400" cy="2560320"/>
          </a:xfrm>
          <a:prstGeom prst="roundRect">
            <a:avLst/>
          </a:prstGeom>
          <a:solidFill>
            <a:srgbClr val="DCEBFA"/>
          </a:solidFill>
          <a:ln w="25400">
            <a:solidFill>
              <a:srgbClr val="00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004682"/>
                </a:solidFill>
              </a:defRPr>
            </a:pPr>
            <a:r>
              <a:t>8x Scale: 10 kernels improved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Out of 23 benchmarked kernels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2mm: 1508.9x -&gt; 1991.0x (+32%)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3mm: 1969.4x -&gt; 2490.2x (+26%)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adi: 14.7x -&gt; 24.1x (+64%)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atax: 6.7x -&gt; 9.1x (+36%)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bicg: 6.3x -&gt; 15.5x (+144%)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covariance: 637.2x -&gt; 1935.3x (+204%)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deriche: 21.0x -&gt; 28.0x (+33%)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gemver: 40.0x -&gt; 41.7x (+4%)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gramschmidt: 0.2x -&gt; 0.6x (+139%)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lu: 1.9x -&gt; 3.3x (+76%)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FAE1E1"/>
          </a:solidFill>
          <a:ln w="254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B41E1E"/>
                </a:solidFill>
              </a:defRPr>
            </a:pPr>
            <a:r>
              <a:t>Why most optimizations fail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Kernels where at least one optimization broke correctness: 20 (1x), 15 (8x)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The LLM frequently breaks correctness when attempting performance optimizations.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This is the key limitation of single-shot prompting for optimization.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RL-based methods (Dr. Kernel, FT GPT-5) and search (K-Search, OptiML) address this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by exploring many candidates — our correctness check catches failures but can't fix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Key Findings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4682"/>
                </a:solidFill>
              </a:defRPr>
            </a:pPr>
            <a:r>
              <a:t>Findings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</a:p>
          <a:p>
            <a:pPr>
              <a:defRPr sz="1400" b="1">
                <a:solidFill>
                  <a:srgbClr val="147814"/>
                </a:solidFill>
              </a:defRPr>
            </a:pPr>
            <a:r>
              <a:t>1. Profiling feedback CAN improve performance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 NCU metrics help LLM identify and fix bottlenecks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</a:p>
          <a:p>
            <a:pPr>
              <a:defRPr sz="1400" b="1">
                <a:solidFill>
                  <a:srgbClr val="B41E1E"/>
                </a:solidFill>
              </a:defRPr>
            </a:pPr>
            <a:r>
              <a:t>2. Correctness is the main bottleneck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 LLM frequently breaks correctness during optimization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 Single-shot prompting insufficient for reliable optimization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</a:p>
          <a:p>
            <a:pPr>
              <a:defRPr sz="1400" b="1">
                <a:solidFill>
                  <a:srgbClr val="004682"/>
                </a:solidFill>
              </a:defRPr>
            </a:pPr>
            <a:r>
              <a:t>3. Already-optimized kernels resist improvement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 Kernels near HW limits (&gt;80% mem, &gt;90% occ) can't improve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</a:p>
          <a:p>
            <a:pPr>
              <a:defRPr sz="1400" b="1">
                <a:solidFill>
                  <a:srgbClr val="004682"/>
                </a:solidFill>
              </a:defRPr>
            </a:pPr>
            <a:r>
              <a:t>4. Small data sizes limit profiling usefulness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 At 1x, most kernels are latency-bound (launch overhead)</a:t>
            </a:r>
          </a:p>
          <a:p>
            <a:pPr>
              <a:defRPr sz="1400" b="0">
                <a:solidFill>
                  <a:srgbClr val="1E1E1E"/>
                </a:solidFill>
              </a:defRPr>
            </a:pPr>
            <a:r>
              <a:t>   At 8x, real bottlenecks emerge and feedback is more useful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280160"/>
            <a:ext cx="5760720" cy="5029200"/>
          </a:xfrm>
          <a:prstGeom prst="roundRect">
            <a:avLst/>
          </a:prstGeom>
          <a:solidFill>
            <a:srgbClr val="DCF5DC"/>
          </a:solidFill>
          <a:ln w="25400">
            <a:solidFill>
              <a:srgbClr val="14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147814"/>
                </a:solidFill>
              </a:defRPr>
            </a:pPr>
            <a:r>
              <a:t>Next Steps for Conference Paper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Our compiler analysis + profiling feedback is a foundation.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To overcome the correctness bottleneck, combine with: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1. Search-based optimization (K-Search / MCTS style)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- Generate many candidates, keep best correct one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- Use compiler analysis to verify parallelism safety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2. Multi-turn RL (Dr. Kernel style)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- Use NCU metrics as RL reward signal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- Use correctness check as constraint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3. Our unique angle: compiler analysis as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correctness oracle + profiling as performance oracle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= both signals that RL/search methods need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