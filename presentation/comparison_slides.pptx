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682"/>
                </a:solidFill>
              </a:defRPr>
            </a:pPr>
            <a:r>
              <a:t>Unified Analysis + Profiling Feedback</a:t>
            </a:r>
          </a:p>
          <a:p>
            <a:pPr algn="ctr">
              <a:defRPr sz="2000">
                <a:solidFill>
                  <a:srgbClr val="646464"/>
                </a:solidFill>
              </a:defRPr>
            </a:pPr>
            <a:r>
              <a:t>From Pattern-Specific Prompts to General-Purpose Analysis</a:t>
            </a:r>
          </a:p>
          <a:p>
            <a:pPr>
              <a:defRPr sz="1000"/>
            </a:pPr>
          </a:p>
          <a:p>
            <a:pPr algn="ctr">
              <a:defRPr sz="1800">
                <a:solidFill>
                  <a:srgbClr val="646464"/>
                </a:solidFill>
              </a:defRPr>
            </a:pPr>
            <a:r>
              <a:t>PolyBench/C (30 kernels) | 1x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Xiao Qin | University of Leeds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Architecture: 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303520" cy="2743200"/>
          </a:xfrm>
          <a:prstGeom prst="roundRect">
            <a:avLst/>
          </a:prstGeom>
          <a:solidFill>
            <a:srgbClr val="FAE1E1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B41E1E"/>
                </a:solidFill>
              </a:defRPr>
            </a:pPr>
            <a:r>
              <a:t>Before: Pattern-Specific Prompts (870 lines)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16 analysis modules, each with custom output format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build_polybench_prompt(): 870 lines of if/elif/else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 Special case for triangular, stencil, multi-phase...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 Prescriptive code templates per pattern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 Adding new pattern = modify prompt builder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Fragile, hard to maintain, doesn't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DCF5DC"/>
          </a:solidFill>
          <a:ln w="25400">
            <a:solidFill>
              <a:srgbClr val="14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147814"/>
                </a:solidFill>
              </a:defRPr>
            </a:pPr>
            <a:r>
              <a:t>After: Unified Analysis + Profiling (250 lines)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kernel_analysis.py: single analyze_kernel() function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-&gt; Runs all analysis passes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-&gt; Returns structured JSON (fixed schema)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format_analysis_for_prompt(): pattern-agnostic renderer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-&gt; 80 lines, renders whatever the analysis contains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-&gt; Adding new pattern = add to JSON schema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Clean, general,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297680"/>
            <a:ext cx="11338560" cy="210312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B45A00"/>
                </a:solidFill>
              </a:defRPr>
            </a:pPr>
            <a:r>
              <a:t>Key Design Principle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Old: Tell the LLM exactly WHAT TO DO for each pattern (prescriptive templates)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New: Tell the LLM WHAT IS TRUE about the kernel (analysis facts) and let it reason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The compiler analysis guarantees WHAT is safe. The LLM decides HOW.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Profiling feedback then iteratively improves the 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4-Way Comparison: PolyBench/C 1x Scale (30 kernels)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9875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731520"/>
                <a:gridCol w="914400"/>
                <a:gridCol w="914400"/>
                <a:gridCol w="914400"/>
                <a:gridCol w="914400"/>
                <a:gridCol w="182880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1st Try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&gt;1x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Lines of Prompt Logic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No analysis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28/30 (93%)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1.06x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1.52x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14/28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Legacy (pattern-specific)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30/30 (100%)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2.37x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10.01x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19/30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870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Unified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30/30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10.17x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16/30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Unified + profiling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30/30 (100%)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2.36x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10.34x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19/29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80 + NCU loop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840480"/>
            <a:ext cx="11338560" cy="256032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Interpretation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1. Unified analysis alone: slightly lower performance (1.40x vs 1.77x median)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— expected: general guidance vs prescriptive templates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2. Unified + profiling feedback: MATCHES legacy (1.90x vs 1.77x median, 2.36x vs 2.37x mean)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— profiling feedback closes the gap while maintaining generality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3. Same 100% correctness across all analysis-guided configurations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— compiler analysis is the correctness foundation regardless of prompt 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Profiling Feedback: 15 Kernels Improved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96012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365760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deriche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+4642%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gemver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+1220%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durbin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+692%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0.98x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+600%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bicg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+187%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heat_3d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3.75x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10.34x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2.82x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5.17x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+83%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3.79x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3.32x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3.62x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gramschmidt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syr2k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4.18x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4.24x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latency-bound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NCU Profiling Metrics for All Kernels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7680960" cy="512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731520"/>
                <a:gridCol w="731520"/>
                <a:gridCol w="731520"/>
                <a:gridCol w="73152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L1%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Prof. Improved?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5.17x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11.70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11.70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8.21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66.2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77.8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bicg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0.98x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deriche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13.63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6.41x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17.86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17.86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50.23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97.1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durbin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floyd_warshall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0.81x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3.01x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81.2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7.76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7.76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9.33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56.9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NCU Profiling Metrics (continued)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76809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731520"/>
                <a:gridCol w="731520"/>
                <a:gridCol w="731520"/>
                <a:gridCol w="73152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L1%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Prof. Improved?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gramschmidt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10.34x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14.60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34.82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71.27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86.6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1.49x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0.06x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18.75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18.75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9.92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98.6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11.68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0.06x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seidel_2d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4.24x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3.62x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3.18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3.18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8.41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95.5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trisolv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4.02x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97.9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Key Findings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682"/>
                </a:solidFill>
              </a:defRPr>
            </a:pPr>
            <a:r>
              <a:t>Findings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147814"/>
                </a:solidFill>
              </a:defRPr>
            </a:pPr>
            <a:r>
              <a:t>1. General analysis + profiling = pattern-specific hand-tuning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Unified (1.90x) matches legacy (1.77x) median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With 10x less prompt logic (80 vs 870 lines)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004682"/>
                </a:solidFill>
              </a:defRPr>
            </a:pPr>
            <a:r>
              <a:t>2. Profiling feedback is most effective on latency-bound kernels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deriche: 0.12x -&gt; 5.69x, gemver: 0.15x -&gt; 1.98x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LLM identifies insufficient parallelism from NCU metrics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B41E1E"/>
                </a:solidFill>
              </a:defRPr>
            </a:pPr>
            <a:r>
              <a:t>3. Correctness remains the bottleneck for optimization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LLM frequently breaks correctness when optimizing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Our test-based check catches this, but can't fix it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147814"/>
                </a:solidFill>
              </a:defRPr>
            </a:pPr>
            <a:r>
              <a:t>4. 100% correctness maintained in ALL analysis-guided configs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Compiler analysis is the correctness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Conference Paper: Combining Both Signals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Our system now provides two complementary signals: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Compiler analysis -&gt; WHAT is safe (correctness)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NCU profiling     -&gt; HOW to optimize (performance)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These are exactly the signals that RL/search need: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1. Analysis as correctness constraint/reward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  - Reject candidates that violate dependences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2. NCU metrics as performance reward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  - Guide search toward better hardware utilization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3. Unified analysis as structured world model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  - K-Search style: decouple strategy from code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Next: integrate into a search/RL framework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that explores many candidates using both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